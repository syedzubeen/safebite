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01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645920" cy="164592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6888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59736" y="1657677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guardian in every channel. Your secret in every bite.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food safety guardian for people with celiac disease, living inside Slack.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AI Capabilities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78608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0016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21424" y="416052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21424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 Good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Agent Builder Challenge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Nobody Talks About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globally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celiac disease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0515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154680" y="11887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77M+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15468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India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 affected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515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0" y="11887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built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cuisine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posts in #general: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"Team lunch at Karim's, 1pm. Who's in?"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1F2"/>
          </a:solidFill>
          <a:ln w="19050">
            <a:solidFill>
              <a:srgbClr val="E01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913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Stay quiet and gamble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getting sick from hidden gluten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8404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1F2"/>
          </a:solidFill>
          <a:ln w="19050">
            <a:solidFill>
              <a:srgbClr val="E01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3913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Announce your condition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 violation you should never be forced into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Lived Experience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with celiac disease at age 3. Learning to navigate food before learning to read.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0" y="14859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32120" y="118872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parties watching everyone eat cake. School canteens with no options.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at restaurants early to quietly ask staff questions before the team noticed.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74320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278892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that hing contains wheat, nihari uses maida, birista contaminates biryani. The hard way.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SafeBite because that choice should not exist. And because I had the lived knowledge to build it right.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SafeBite Does?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Guardian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channels, privately DMs at-risk users with live menu scans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2316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with Slack workspace context enrichment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05156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2628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Scanner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 with dual search for complete menu coverage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05156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940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6459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Scanner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965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ingredient label, AI reads every ingredient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Finder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safe? Finds gluten-free restaurants within 5km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9718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231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46888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Digest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886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weekly email via Gmail MCP 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29718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2628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3886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profile, status and quick actions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297180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94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3566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Analysis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8862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dish photo, SafeBite identifies and assesses safety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Guardian: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8992" y="1298448"/>
            <a:ext cx="612648" cy="0"/>
          </a:xfrm>
          <a:prstGeom prst="line">
            <a:avLst/>
          </a:prstGeom>
          <a:noFill/>
          <a:ln w="254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posts team lunch at Karim's in #general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594360" cy="59436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4884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70632" y="1298448"/>
            <a:ext cx="612648" cy="0"/>
          </a:xfrm>
          <a:prstGeom prst="line">
            <a:avLst/>
          </a:prstGeom>
          <a:noFill/>
          <a:ln w="254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57400" y="18288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2677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identifies the restaurant name from the message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005840"/>
            <a:ext cx="594360" cy="59436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62272" y="1298448"/>
            <a:ext cx="612648" cy="0"/>
          </a:xfrm>
          <a:prstGeom prst="line">
            <a:avLst/>
          </a:prstGeom>
          <a:noFill/>
          <a:ln w="254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49040" y="18288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4904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2677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SerpAPI searches fetch comprehensive menu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1005840"/>
            <a:ext cx="594360" cy="59436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3212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3912" y="1298448"/>
            <a:ext cx="612648" cy="0"/>
          </a:xfrm>
          <a:prstGeom prst="line">
            <a:avLst/>
          </a:prstGeom>
          <a:noFill/>
          <a:ln w="254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0680" y="18288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068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2677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DM with safe dishes, avoid list, staff tip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1005840"/>
            <a:ext cx="594360" cy="59436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22376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32320" y="182880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32320" y="19019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267712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safe, 5 gluten-free alternatives with Maps links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9050">
            <a:solidFill>
              <a:srgbClr val="ECB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47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The user's condition is NEVER mentioned publicly. No channel replies. No public alerts. Just a quiet DM at the right moment.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4361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Cuisine Depth: Catches hing wheat filler, nihari maida thickener, birista cross-contamination, kebab binders, korma gravy risks.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A5C3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Slack AI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Slack's native Assistant framework. SafeBite appears in the lightning bolt panel with suggested prompts, Chat and History tabs, and a full App Home dashboard.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A5C38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Search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assistant.search.context to search workspace history. When you ask is ramen safe, SafeBite finds your colleague's Koji's Ramen message and adds that context to the analysis.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A5C38"/>
          </a:solidFill>
          <a:ln w="254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0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MCP Server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 connects to a Gmail MCP server as an MCP client via stdio transport, calling the send_email tool to deliver weekly digests to users' inboxes.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hackathon technologies used meaningfully, not as checkboxes.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8503920" cy="822960"/>
          </a:xfrm>
          <a:prstGeom prst="roundRect">
            <a:avLst>
              <a:gd name="adj" fmla="val 7778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WORKSPACE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#channels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56232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56232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/ Assistant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55264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55264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800" dirty="0" err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</a:t>
            </a: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54296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54296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53328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53328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52360" y="1024128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52360" y="1024128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Trigger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26280" y="1600200"/>
            <a:ext cx="0" cy="274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187452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FOR PYTHON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Guardian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64592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64592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Query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83464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3464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Scanner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02336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Analyser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1208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21208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Assistant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Home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589520" y="2167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589520" y="2167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26280" y="2560320"/>
            <a:ext cx="0" cy="274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283464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28803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Vision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48256" y="283464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048256" y="28803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48256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+ Maps search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30752" y="283464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730752" y="28803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0752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datastore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13248" y="283464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13248" y="28803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RTS API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13248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assistant.search.context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95744" y="283464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095744" y="28803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95744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+ App Home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26280" y="3584448"/>
            <a:ext cx="0" cy="25603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20040" y="38404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2920" y="3867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" y="4160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 (MCP Client)   to   Gmail MCP Server (FastMCP + smtplib)   to   SMTP SSL port 465   to   User Email Inbox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and Slack CLI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treats single-quoted strings as literals. Fixed with explicit cmd /c prefix for all hook scripts.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0060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JSON wrapping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4813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wraps JSON in markdown blocks even when told not to. Extracted using re.search on the raw response.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 action_token location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 nested in assistant_thread object, not top-level payload. Undocumented, required significant debugging.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25328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menu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8529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search showed only Karim's rolls. Fixed with dual search: general menu plus targeted gluten-safe dishes.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9044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geocoding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2245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Belgian Waffle without location returned US cities. Fixed with Gemini extracting clean location from the full message.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84048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39044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middleware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422452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Bolt's Assistant intercepts all DMs before regular handlers. Consolidated all routing through user_message handler.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lunch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celiac user gets a private alert is a potential illness prevented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7784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nothing safe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followed by nearby alternatives enables social participation without disclosure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 contamination risk before it becomes a health event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0F4C2A"/>
          </a:solidFill>
          <a:ln w="12700">
            <a:solidFill>
              <a:srgbClr val="0F4C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workplace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7784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SafeBite runs makes dietary safety a solved problem, not an awkward conversation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SafeBite?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ICMR-NIN Database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plus Indian dishes with ground-truth gluten status from India's national nutrition institute.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00600" y="11704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Zomato and Swiggy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5544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shares a delivery link, SafeBite scans that restaurant's actual online menu.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953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Expanding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Guardian extends to nut allergies, diabetes, and lactose intolerance.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1A5C38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2953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Slack Marketplace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3375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 as an installable app for any workspace with admin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457200"/>
            <a:ext cx="2011680" cy="2011680"/>
          </a:xfrm>
          <a:prstGeom prst="ellipse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566160" y="457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SafeBite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EB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condition stays private.
SafeBite stays silent.
You stay safe.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Agent Builder Challenge 2026  |  Agent for Good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938</Words>
  <Application>Microsoft Office PowerPoint</Application>
  <PresentationFormat>On-screen Show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SafeBite</dc:title>
  <dc:subject>PptxGenJS Presentation</dc:subject>
  <dc:creator>Zubeen</dc:creator>
  <cp:lastModifiedBy>Zubeen Q.</cp:lastModifiedBy>
  <cp:revision>6</cp:revision>
  <dcterms:created xsi:type="dcterms:W3CDTF">2026-06-28T16:46:30Z</dcterms:created>
  <dcterms:modified xsi:type="dcterms:W3CDTF">2026-06-28T16:54:27Z</dcterms:modified>
</cp:coreProperties>
</file>